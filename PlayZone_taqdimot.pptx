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2"/>
          <p:cNvSpPr/>
          <p:nvPr/>
        </p:nvSpPr>
        <p:spPr>
          <a:xfrm>
            <a:off x="0" y="0"/>
            <a:ext cx="12191040" cy="17892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30080" y="950040"/>
            <a:ext cx="798840" cy="7988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4"/>
          <p:cNvSpPr/>
          <p:nvPr/>
        </p:nvSpPr>
        <p:spPr>
          <a:xfrm>
            <a:off x="849960" y="1109880"/>
            <a:ext cx="55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2200" spc="-1" strike="noStrike">
                <a:solidFill>
                  <a:srgbClr val="07111f"/>
                </a:solidFill>
                <a:latin typeface="Arial"/>
              </a:rPr>
              <a:t>PZ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5"/>
          <p:cNvSpPr/>
          <p:nvPr/>
        </p:nvSpPr>
        <p:spPr>
          <a:xfrm>
            <a:off x="730080" y="2149920"/>
            <a:ext cx="1039896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4800" spc="-1" strike="noStrike">
                <a:solidFill>
                  <a:srgbClr val="ffffff"/>
                </a:solidFill>
                <a:latin typeface="Arial"/>
              </a:rPr>
              <a:t>PLAYZONE.UZ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6"/>
          <p:cNvSpPr/>
          <p:nvPr/>
        </p:nvSpPr>
        <p:spPr>
          <a:xfrm>
            <a:off x="730080" y="3080160"/>
            <a:ext cx="899892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2300" spc="-1" strike="noStrike">
                <a:solidFill>
                  <a:srgbClr val="b7c6d9"/>
                </a:solidFill>
                <a:latin typeface="Arial"/>
              </a:rPr>
              <a:t>Gaming va sport joylarini bitta xaritada topish platformasi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Shape 7"/>
          <p:cNvSpPr/>
          <p:nvPr/>
        </p:nvSpPr>
        <p:spPr>
          <a:xfrm>
            <a:off x="730080" y="4150080"/>
            <a:ext cx="4798800" cy="81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8"/>
          <p:cNvSpPr/>
          <p:nvPr/>
        </p:nvSpPr>
        <p:spPr>
          <a:xfrm>
            <a:off x="1050120" y="4399920"/>
            <a:ext cx="419904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600" spc="-1" strike="noStrike">
                <a:solidFill>
                  <a:srgbClr val="ffffff"/>
                </a:solidFill>
                <a:latin typeface="Arial"/>
              </a:rPr>
              <a:t>Taqdimotchi: Temur Xasanov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9"/>
          <p:cNvSpPr/>
          <p:nvPr/>
        </p:nvSpPr>
        <p:spPr>
          <a:xfrm>
            <a:off x="1050120" y="4730040"/>
            <a:ext cx="4199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300" spc="-1" strike="noStrike">
                <a:solidFill>
                  <a:srgbClr val="9fb0c6"/>
                </a:solidFill>
                <a:latin typeface="Arial"/>
              </a:rPr>
              <a:t>Loyiha taqdimoti • 2026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9349920" y="1220040"/>
            <a:ext cx="1798920" cy="1798920"/>
          </a:xfrm>
          <a:prstGeom prst="roundRect">
            <a:avLst>
              <a:gd name="adj" fmla="val 16667"/>
            </a:avLst>
          </a:prstGeom>
          <a:solidFill>
            <a:srgbClr val="163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9619920" y="1770120"/>
            <a:ext cx="1258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2200" spc="-1" strike="noStrike">
                <a:solidFill>
                  <a:srgbClr val="fbbf24"/>
                </a:solidFill>
                <a:latin typeface="Arial"/>
              </a:rPr>
              <a:t>MAP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8700120" y="3600000"/>
            <a:ext cx="2298960" cy="6188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8920080" y="3800160"/>
            <a:ext cx="1848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200" spc="-1" strike="noStrike">
                <a:solidFill>
                  <a:srgbClr val="07111f"/>
                </a:solidFill>
                <a:latin typeface="Arial"/>
              </a:rPr>
              <a:t>GPS  •  QIDIRUV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1. Muammo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Shahardagi dam olish va o‘yin joylarini topish ko‘pincha vaqt oladi.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650160" y="1900080"/>
            <a:ext cx="3498840" cy="25488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10"/>
          <p:cNvSpPr/>
          <p:nvPr/>
        </p:nvSpPr>
        <p:spPr>
          <a:xfrm>
            <a:off x="650160" y="1900080"/>
            <a:ext cx="109080" cy="25488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210"/>
          <p:cNvSpPr/>
          <p:nvPr/>
        </p:nvSpPr>
        <p:spPr>
          <a:xfrm>
            <a:off x="950040" y="216000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Ma’lumot tarqoq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310"/>
          <p:cNvSpPr/>
          <p:nvPr/>
        </p:nvSpPr>
        <p:spPr>
          <a:xfrm>
            <a:off x="950040" y="2660040"/>
            <a:ext cx="294876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Joylar haqida manzil, narx va aloqa ma’lumoti turli manbalarda.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4399920" y="1900080"/>
            <a:ext cx="3498840" cy="25488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11"/>
          <p:cNvSpPr/>
          <p:nvPr/>
        </p:nvSpPr>
        <p:spPr>
          <a:xfrm>
            <a:off x="4399920" y="1900080"/>
            <a:ext cx="109080" cy="25488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11"/>
          <p:cNvSpPr/>
          <p:nvPr/>
        </p:nvSpPr>
        <p:spPr>
          <a:xfrm>
            <a:off x="4700160" y="216000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Tanlash qiyin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11"/>
          <p:cNvSpPr/>
          <p:nvPr/>
        </p:nvSpPr>
        <p:spPr>
          <a:xfrm>
            <a:off x="4700160" y="2660040"/>
            <a:ext cx="294876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Yaqin joy, kategoriya va qulay variantni tez solishtirish imkoni cheklangan.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8150040" y="1900080"/>
            <a:ext cx="3498840" cy="25488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112"/>
          <p:cNvSpPr/>
          <p:nvPr/>
        </p:nvSpPr>
        <p:spPr>
          <a:xfrm>
            <a:off x="8150040" y="1900080"/>
            <a:ext cx="109080" cy="25488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2"/>
          <p:cNvSpPr/>
          <p:nvPr/>
        </p:nvSpPr>
        <p:spPr>
          <a:xfrm>
            <a:off x="8449920" y="216000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Boshqaruv murakkab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312"/>
          <p:cNvSpPr/>
          <p:nvPr/>
        </p:nvSpPr>
        <p:spPr>
          <a:xfrm>
            <a:off x="8449920" y="2660040"/>
            <a:ext cx="294876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Biznes egalari lokatsiya ma’lumotlarini yagona joydan yangilay olmaydi.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2. Yechim — PlayZone.uz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Xarita asosidagi yagona raqamli platforma.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650160" y="1850040"/>
            <a:ext cx="339876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10"/>
          <p:cNvSpPr/>
          <p:nvPr/>
        </p:nvSpPr>
        <p:spPr>
          <a:xfrm>
            <a:off x="650160" y="185004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10"/>
          <p:cNvSpPr/>
          <p:nvPr/>
        </p:nvSpPr>
        <p:spPr>
          <a:xfrm>
            <a:off x="950040" y="2109960"/>
            <a:ext cx="291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Bir platforma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0"/>
          <p:cNvSpPr/>
          <p:nvPr/>
        </p:nvSpPr>
        <p:spPr>
          <a:xfrm>
            <a:off x="950040" y="2610000"/>
            <a:ext cx="284904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Gaming va sport lokatsiyalarini bir ekranda jamlaydi.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4299840" y="1850040"/>
            <a:ext cx="339876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11"/>
          <p:cNvSpPr/>
          <p:nvPr/>
        </p:nvSpPr>
        <p:spPr>
          <a:xfrm>
            <a:off x="4299840" y="185004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11"/>
          <p:cNvSpPr/>
          <p:nvPr/>
        </p:nvSpPr>
        <p:spPr>
          <a:xfrm>
            <a:off x="4600080" y="2109960"/>
            <a:ext cx="291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Aniq qidiruv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11"/>
          <p:cNvSpPr/>
          <p:nvPr/>
        </p:nvSpPr>
        <p:spPr>
          <a:xfrm>
            <a:off x="4600080" y="2610000"/>
            <a:ext cx="284904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Kategoriya, nom va masofa orqali kerakli joyni topadi.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7949880" y="1850040"/>
            <a:ext cx="339876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12"/>
          <p:cNvSpPr/>
          <p:nvPr/>
        </p:nvSpPr>
        <p:spPr>
          <a:xfrm>
            <a:off x="7949880" y="185004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12"/>
          <p:cNvSpPr/>
          <p:nvPr/>
        </p:nvSpPr>
        <p:spPr>
          <a:xfrm>
            <a:off x="8250120" y="2109960"/>
            <a:ext cx="291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Tez aloqa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12"/>
          <p:cNvSpPr/>
          <p:nvPr/>
        </p:nvSpPr>
        <p:spPr>
          <a:xfrm>
            <a:off x="8250120" y="2610000"/>
            <a:ext cx="284904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Joy tavsifi, narxi va telefon raqamini ko‘rsatadi.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1"/>
          <p:cNvSpPr/>
          <p:nvPr/>
        </p:nvSpPr>
        <p:spPr>
          <a:xfrm>
            <a:off x="1080" y="1620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3. Maqsad va foydalanuvchilar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Mahalliy ko‘ngilochar infratuzilmani odamlarga yaqinlashtirish.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1401840" y="1751760"/>
            <a:ext cx="3398760" cy="30488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10"/>
          <p:cNvSpPr/>
          <p:nvPr/>
        </p:nvSpPr>
        <p:spPr>
          <a:xfrm>
            <a:off x="1033920" y="1751760"/>
            <a:ext cx="109080" cy="30488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10"/>
          <p:cNvSpPr/>
          <p:nvPr/>
        </p:nvSpPr>
        <p:spPr>
          <a:xfrm>
            <a:off x="2057400" y="2009880"/>
            <a:ext cx="1811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Foydalanuvchi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10"/>
          <p:cNvSpPr/>
          <p:nvPr/>
        </p:nvSpPr>
        <p:spPr>
          <a:xfrm>
            <a:off x="1722960" y="2514600"/>
            <a:ext cx="284904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Yaqin PlayStation, PC club, mini-stadion yoki billiardni izlaydi.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11"/>
          <p:cNvSpPr/>
          <p:nvPr/>
        </p:nvSpPr>
        <p:spPr>
          <a:xfrm>
            <a:off x="4600080" y="2509920"/>
            <a:ext cx="284904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6172200" y="1828800"/>
            <a:ext cx="3398760" cy="30488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12"/>
          <p:cNvSpPr/>
          <p:nvPr/>
        </p:nvSpPr>
        <p:spPr>
          <a:xfrm>
            <a:off x="5943600" y="1751760"/>
            <a:ext cx="109080" cy="30488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12"/>
          <p:cNvSpPr/>
          <p:nvPr/>
        </p:nvSpPr>
        <p:spPr>
          <a:xfrm>
            <a:off x="6858000" y="2009880"/>
            <a:ext cx="4311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Administrator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12"/>
          <p:cNvSpPr/>
          <p:nvPr/>
        </p:nvSpPr>
        <p:spPr>
          <a:xfrm>
            <a:off x="6629400" y="2509920"/>
            <a:ext cx="274320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Platformadagi joylar va foydalanuvchilarni nazorat qiladi.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4. Foydalanuvchi yo‘li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Oddiy va tushunarli jarayon: uch qadamda kerakli joy.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650160" y="2099880"/>
            <a:ext cx="3299040" cy="219888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10"/>
          <p:cNvSpPr/>
          <p:nvPr/>
        </p:nvSpPr>
        <p:spPr>
          <a:xfrm>
            <a:off x="650160" y="2099880"/>
            <a:ext cx="109080" cy="21988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10"/>
          <p:cNvSpPr/>
          <p:nvPr/>
        </p:nvSpPr>
        <p:spPr>
          <a:xfrm>
            <a:off x="950040" y="2360160"/>
            <a:ext cx="281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01  Kirish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310"/>
          <p:cNvSpPr/>
          <p:nvPr/>
        </p:nvSpPr>
        <p:spPr>
          <a:xfrm>
            <a:off x="950040" y="2859840"/>
            <a:ext cx="274896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Ro‘yxatdan o‘tish yoki tizimga kirish.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430160" y="2099880"/>
            <a:ext cx="3299040" cy="219888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11"/>
          <p:cNvSpPr/>
          <p:nvPr/>
        </p:nvSpPr>
        <p:spPr>
          <a:xfrm>
            <a:off x="4430160" y="2099880"/>
            <a:ext cx="109080" cy="219888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11"/>
          <p:cNvSpPr/>
          <p:nvPr/>
        </p:nvSpPr>
        <p:spPr>
          <a:xfrm>
            <a:off x="4730040" y="2360160"/>
            <a:ext cx="281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02  Joylashuv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11"/>
          <p:cNvSpPr/>
          <p:nvPr/>
        </p:nvSpPr>
        <p:spPr>
          <a:xfrm>
            <a:off x="4730040" y="2859840"/>
            <a:ext cx="274896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Brauzer GPS ruxsati orqali foydalanuvchi o‘rni aniqlanadi.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8210160" y="2099880"/>
            <a:ext cx="3299040" cy="219888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12"/>
          <p:cNvSpPr/>
          <p:nvPr/>
        </p:nvSpPr>
        <p:spPr>
          <a:xfrm>
            <a:off x="8210160" y="2099880"/>
            <a:ext cx="109080" cy="219888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12"/>
          <p:cNvSpPr/>
          <p:nvPr/>
        </p:nvSpPr>
        <p:spPr>
          <a:xfrm>
            <a:off x="8510040" y="2360160"/>
            <a:ext cx="281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03  Tanlash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12"/>
          <p:cNvSpPr/>
          <p:nvPr/>
        </p:nvSpPr>
        <p:spPr>
          <a:xfrm>
            <a:off x="8510040" y="2859840"/>
            <a:ext cx="274896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Xarita, filter va qidiruv orqali lokatsiya tanlanadi.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5. Asosiy imkoniyatlar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Platformaning foydalanuvchi qismidagi asosiy funksiyalar.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650160" y="1649880"/>
            <a:ext cx="2598840" cy="17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10"/>
          <p:cNvSpPr/>
          <p:nvPr/>
        </p:nvSpPr>
        <p:spPr>
          <a:xfrm>
            <a:off x="650160" y="1649880"/>
            <a:ext cx="109080" cy="179892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10"/>
          <p:cNvSpPr/>
          <p:nvPr/>
        </p:nvSpPr>
        <p:spPr>
          <a:xfrm>
            <a:off x="950040" y="191016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Interaktiv xarita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10"/>
          <p:cNvSpPr/>
          <p:nvPr/>
        </p:nvSpPr>
        <p:spPr>
          <a:xfrm>
            <a:off x="950040" y="2409840"/>
            <a:ext cx="2048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Yandex Maps va markerlar.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3510000" y="1649880"/>
            <a:ext cx="2598840" cy="17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11"/>
          <p:cNvSpPr/>
          <p:nvPr/>
        </p:nvSpPr>
        <p:spPr>
          <a:xfrm>
            <a:off x="3510000" y="1649880"/>
            <a:ext cx="109080" cy="179892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11"/>
          <p:cNvSpPr/>
          <p:nvPr/>
        </p:nvSpPr>
        <p:spPr>
          <a:xfrm>
            <a:off x="3809880" y="191016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GPS masofa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11"/>
          <p:cNvSpPr/>
          <p:nvPr/>
        </p:nvSpPr>
        <p:spPr>
          <a:xfrm>
            <a:off x="3809880" y="2409840"/>
            <a:ext cx="2048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Joylarni yaqinlik bo‘yicha saralash.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6369840" y="1649880"/>
            <a:ext cx="2598840" cy="17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12"/>
          <p:cNvSpPr/>
          <p:nvPr/>
        </p:nvSpPr>
        <p:spPr>
          <a:xfrm>
            <a:off x="6369840" y="1649880"/>
            <a:ext cx="109080" cy="17989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12"/>
          <p:cNvSpPr/>
          <p:nvPr/>
        </p:nvSpPr>
        <p:spPr>
          <a:xfrm>
            <a:off x="6670080" y="191016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Qidiruv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12"/>
          <p:cNvSpPr/>
          <p:nvPr/>
        </p:nvSpPr>
        <p:spPr>
          <a:xfrm>
            <a:off x="6670080" y="2409840"/>
            <a:ext cx="2048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Nom yoki tavsif orqali qidirish.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9230040" y="1649880"/>
            <a:ext cx="2598840" cy="17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13"/>
          <p:cNvSpPr/>
          <p:nvPr/>
        </p:nvSpPr>
        <p:spPr>
          <a:xfrm>
            <a:off x="9230040" y="1649880"/>
            <a:ext cx="109080" cy="17989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13"/>
          <p:cNvSpPr/>
          <p:nvPr/>
        </p:nvSpPr>
        <p:spPr>
          <a:xfrm>
            <a:off x="9529920" y="191016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Filterlar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313"/>
          <p:cNvSpPr/>
          <p:nvPr/>
        </p:nvSpPr>
        <p:spPr>
          <a:xfrm>
            <a:off x="9529920" y="2409840"/>
            <a:ext cx="2048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4 kategoriya bo‘yicha tanlash.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2080080" y="3800160"/>
            <a:ext cx="3799080" cy="12488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14"/>
          <p:cNvSpPr/>
          <p:nvPr/>
        </p:nvSpPr>
        <p:spPr>
          <a:xfrm>
            <a:off x="2080080" y="3800160"/>
            <a:ext cx="109080" cy="1248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14"/>
          <p:cNvSpPr/>
          <p:nvPr/>
        </p:nvSpPr>
        <p:spPr>
          <a:xfrm>
            <a:off x="2379960" y="4060080"/>
            <a:ext cx="3318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Lokatsiya kartasi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14"/>
          <p:cNvSpPr/>
          <p:nvPr/>
        </p:nvSpPr>
        <p:spPr>
          <a:xfrm>
            <a:off x="2379960" y="4560120"/>
            <a:ext cx="3249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Narx, telefon raqami, rasm va tavsif.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120000" y="3800160"/>
            <a:ext cx="3799080" cy="12488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15"/>
          <p:cNvSpPr/>
          <p:nvPr/>
        </p:nvSpPr>
        <p:spPr>
          <a:xfrm>
            <a:off x="6120000" y="3800160"/>
            <a:ext cx="109080" cy="12488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215"/>
          <p:cNvSpPr/>
          <p:nvPr/>
        </p:nvSpPr>
        <p:spPr>
          <a:xfrm>
            <a:off x="6419880" y="4060080"/>
            <a:ext cx="3318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Moslashuvchan interfeys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15"/>
          <p:cNvSpPr/>
          <p:nvPr/>
        </p:nvSpPr>
        <p:spPr>
          <a:xfrm>
            <a:off x="6419880" y="4560120"/>
            <a:ext cx="3249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Telefon, planshet va kompyuter ekranlari uchun.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6. Kategoriyalar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Turli qiziqishlar uchun lokatsiyalar bir tizimda.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650160" y="1900080"/>
            <a:ext cx="2598840" cy="23990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10"/>
          <p:cNvSpPr/>
          <p:nvPr/>
        </p:nvSpPr>
        <p:spPr>
          <a:xfrm>
            <a:off x="650160" y="1900080"/>
            <a:ext cx="109080" cy="239904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0"/>
          <p:cNvSpPr/>
          <p:nvPr/>
        </p:nvSpPr>
        <p:spPr>
          <a:xfrm>
            <a:off x="950040" y="216000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PlayStation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10"/>
          <p:cNvSpPr/>
          <p:nvPr/>
        </p:nvSpPr>
        <p:spPr>
          <a:xfrm>
            <a:off x="950040" y="2660040"/>
            <a:ext cx="204876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Konsol o‘yin klublari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3510000" y="1900080"/>
            <a:ext cx="2598840" cy="23990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11"/>
          <p:cNvSpPr/>
          <p:nvPr/>
        </p:nvSpPr>
        <p:spPr>
          <a:xfrm>
            <a:off x="3510000" y="1900080"/>
            <a:ext cx="109080" cy="23990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11"/>
          <p:cNvSpPr/>
          <p:nvPr/>
        </p:nvSpPr>
        <p:spPr>
          <a:xfrm>
            <a:off x="3809880" y="216000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PC Club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311"/>
          <p:cNvSpPr/>
          <p:nvPr/>
        </p:nvSpPr>
        <p:spPr>
          <a:xfrm>
            <a:off x="3809880" y="2660040"/>
            <a:ext cx="204876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Kompyuter o‘yin klublari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6369840" y="1900080"/>
            <a:ext cx="2598840" cy="23990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12"/>
          <p:cNvSpPr/>
          <p:nvPr/>
        </p:nvSpPr>
        <p:spPr>
          <a:xfrm>
            <a:off x="6369840" y="1900080"/>
            <a:ext cx="109080" cy="239904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12"/>
          <p:cNvSpPr/>
          <p:nvPr/>
        </p:nvSpPr>
        <p:spPr>
          <a:xfrm>
            <a:off x="6670080" y="216000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Mini-stadion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12"/>
          <p:cNvSpPr/>
          <p:nvPr/>
        </p:nvSpPr>
        <p:spPr>
          <a:xfrm>
            <a:off x="6670080" y="2660040"/>
            <a:ext cx="204876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Futbol maydonlari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9230040" y="1900080"/>
            <a:ext cx="2598840" cy="239904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13"/>
          <p:cNvSpPr/>
          <p:nvPr/>
        </p:nvSpPr>
        <p:spPr>
          <a:xfrm>
            <a:off x="9230040" y="1900080"/>
            <a:ext cx="109080" cy="23990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13"/>
          <p:cNvSpPr/>
          <p:nvPr/>
        </p:nvSpPr>
        <p:spPr>
          <a:xfrm>
            <a:off x="9529920" y="2160000"/>
            <a:ext cx="21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Billiard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13"/>
          <p:cNvSpPr/>
          <p:nvPr/>
        </p:nvSpPr>
        <p:spPr>
          <a:xfrm>
            <a:off x="9529920" y="2660040"/>
            <a:ext cx="204876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Dam olish maskanlari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7. Administrator paneli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Kontent sifatini va platforma ma’lumotlarini boshqarish vositasi.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650160" y="1850040"/>
            <a:ext cx="3498840" cy="26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10"/>
          <p:cNvSpPr/>
          <p:nvPr/>
        </p:nvSpPr>
        <p:spPr>
          <a:xfrm>
            <a:off x="650160" y="1850040"/>
            <a:ext cx="109080" cy="269892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10"/>
          <p:cNvSpPr/>
          <p:nvPr/>
        </p:nvSpPr>
        <p:spPr>
          <a:xfrm>
            <a:off x="950040" y="210996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Dashboard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10"/>
          <p:cNvSpPr/>
          <p:nvPr/>
        </p:nvSpPr>
        <p:spPr>
          <a:xfrm>
            <a:off x="950040" y="2610000"/>
            <a:ext cx="294876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Jami lokatsiyalar va foydalanuvchilar bo‘yicha tezkor ko‘rsatkichlar.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299840" y="1850040"/>
            <a:ext cx="3498840" cy="26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11"/>
          <p:cNvSpPr/>
          <p:nvPr/>
        </p:nvSpPr>
        <p:spPr>
          <a:xfrm>
            <a:off x="4299840" y="1850040"/>
            <a:ext cx="109080" cy="269892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11"/>
          <p:cNvSpPr/>
          <p:nvPr/>
        </p:nvSpPr>
        <p:spPr>
          <a:xfrm>
            <a:off x="4600080" y="210996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Lokatsiyalar CRUD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11"/>
          <p:cNvSpPr/>
          <p:nvPr/>
        </p:nvSpPr>
        <p:spPr>
          <a:xfrm>
            <a:off x="4600080" y="2610000"/>
            <a:ext cx="294876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Yangi joy qo‘shish, tahrirlash va o‘chirish.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2"/>
          <p:cNvSpPr/>
          <p:nvPr/>
        </p:nvSpPr>
        <p:spPr>
          <a:xfrm>
            <a:off x="7949880" y="1850040"/>
            <a:ext cx="3498840" cy="269892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12"/>
          <p:cNvSpPr/>
          <p:nvPr/>
        </p:nvSpPr>
        <p:spPr>
          <a:xfrm>
            <a:off x="7949880" y="1850040"/>
            <a:ext cx="109080" cy="26989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12"/>
          <p:cNvSpPr/>
          <p:nvPr/>
        </p:nvSpPr>
        <p:spPr>
          <a:xfrm>
            <a:off x="8250120" y="210996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Ma’lumotlar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12"/>
          <p:cNvSpPr/>
          <p:nvPr/>
        </p:nvSpPr>
        <p:spPr>
          <a:xfrm>
            <a:off x="8250120" y="2610000"/>
            <a:ext cx="294876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Kategoriya, koordinata, narx, telefon va rasmni boshqarish.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8. Texnik arxitektura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Zamonaviy frontend, REST API va ishonchli ma’lumotlar bazasi.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799920" y="2049840"/>
            <a:ext cx="2598840" cy="9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979920" y="2379960"/>
            <a:ext cx="21988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React + Vite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Frontend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4749840" y="2049840"/>
            <a:ext cx="2598840" cy="9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4929840" y="2379960"/>
            <a:ext cx="224892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Django REST API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Backend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8700120" y="2049840"/>
            <a:ext cx="2598840" cy="9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8880120" y="2379960"/>
            <a:ext cx="224892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PostgreSQL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uz-Latn-UZ" sz="1800" spc="-1" strike="noStrike">
                <a:solidFill>
                  <a:srgbClr val="ffffff"/>
                </a:solidFill>
                <a:latin typeface="Arial"/>
              </a:rPr>
              <a:t>Ma’lumotlar bazasi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3549960" y="2350080"/>
            <a:ext cx="79884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3400" spc="-1" strike="noStrike">
                <a:solidFill>
                  <a:srgbClr val="fbbf24"/>
                </a:solidFill>
                <a:latin typeface="Arial"/>
              </a:rPr>
              <a:t>→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7"/>
          <p:cNvSpPr/>
          <p:nvPr/>
        </p:nvSpPr>
        <p:spPr>
          <a:xfrm>
            <a:off x="7499880" y="2350080"/>
            <a:ext cx="79884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3400" spc="-1" strike="noStrike">
                <a:solidFill>
                  <a:srgbClr val="fbbf24"/>
                </a:solidFill>
                <a:latin typeface="Arial"/>
              </a:rPr>
              <a:t>→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8"/>
          <p:cNvSpPr/>
          <p:nvPr/>
        </p:nvSpPr>
        <p:spPr>
          <a:xfrm>
            <a:off x="4749840" y="4100040"/>
            <a:ext cx="2598840" cy="698760"/>
          </a:xfrm>
          <a:prstGeom prst="roundRect">
            <a:avLst>
              <a:gd name="adj" fmla="val 16667"/>
            </a:avLst>
          </a:prstGeom>
          <a:solidFill>
            <a:srgbClr val="16314a"/>
          </a:solidFill>
          <a:ln w="180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4899960" y="4349880"/>
            <a:ext cx="2298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600" spc="-1" strike="noStrike">
                <a:solidFill>
                  <a:srgbClr val="ffffff"/>
                </a:solidFill>
                <a:latin typeface="Arial"/>
              </a:rPr>
              <a:t>Yandex Maps API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9. Mobil qurilmada foydalanish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PlayZone har doim foydalanuvchi bilan — yo‘lda ham.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650160" y="1800000"/>
            <a:ext cx="349884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10"/>
          <p:cNvSpPr/>
          <p:nvPr/>
        </p:nvSpPr>
        <p:spPr>
          <a:xfrm>
            <a:off x="650160" y="180000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10"/>
          <p:cNvSpPr/>
          <p:nvPr/>
        </p:nvSpPr>
        <p:spPr>
          <a:xfrm>
            <a:off x="95004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Responsive dizayn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10"/>
          <p:cNvSpPr/>
          <p:nvPr/>
        </p:nvSpPr>
        <p:spPr>
          <a:xfrm>
            <a:off x="950040" y="2559960"/>
            <a:ext cx="294876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Kichik ekranlarda panel, filter va qidiruv qulay joylashadi.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4299840" y="1800000"/>
            <a:ext cx="349884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11"/>
          <p:cNvSpPr/>
          <p:nvPr/>
        </p:nvSpPr>
        <p:spPr>
          <a:xfrm>
            <a:off x="4299840" y="180000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11"/>
          <p:cNvSpPr/>
          <p:nvPr/>
        </p:nvSpPr>
        <p:spPr>
          <a:xfrm>
            <a:off x="460008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GPS imkoniyati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11"/>
          <p:cNvSpPr/>
          <p:nvPr/>
        </p:nvSpPr>
        <p:spPr>
          <a:xfrm>
            <a:off x="4600080" y="2559960"/>
            <a:ext cx="294876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Telefon joylashuvi asosida yaqin lokatsiyalar birinchi bo‘lib ko‘rinadi.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7949880" y="1800000"/>
            <a:ext cx="3498840" cy="274896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12"/>
          <p:cNvSpPr/>
          <p:nvPr/>
        </p:nvSpPr>
        <p:spPr>
          <a:xfrm>
            <a:off x="7949880" y="1800000"/>
            <a:ext cx="109080" cy="274896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12"/>
          <p:cNvSpPr/>
          <p:nvPr/>
        </p:nvSpPr>
        <p:spPr>
          <a:xfrm>
            <a:off x="825012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Brauzer orqali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12"/>
          <p:cNvSpPr/>
          <p:nvPr/>
        </p:nvSpPr>
        <p:spPr>
          <a:xfrm>
            <a:off x="8250120" y="2559960"/>
            <a:ext cx="294876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Ilova o‘rnatmasdan, havola orqali tez foydalanish mumkin.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0" y="0"/>
            <a:ext cx="12191040" cy="13896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50160" y="429840"/>
            <a:ext cx="107989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400" spc="-1" strike="noStrike">
                <a:solidFill>
                  <a:srgbClr val="ffffff"/>
                </a:solidFill>
                <a:latin typeface="Arial"/>
              </a:rPr>
              <a:t>10. Natija va rivojlanish rejasi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650160" y="1130040"/>
            <a:ext cx="10798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600" spc="-1" strike="noStrike">
                <a:solidFill>
                  <a:srgbClr val="9fb0c6"/>
                </a:solidFill>
                <a:latin typeface="Arial"/>
              </a:rPr>
              <a:t>MVP platforma keyingi kengaytirishlar uchun tayyor poydevor yaratadi.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650160" y="1800000"/>
            <a:ext cx="3498840" cy="27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10"/>
          <p:cNvSpPr/>
          <p:nvPr/>
        </p:nvSpPr>
        <p:spPr>
          <a:xfrm>
            <a:off x="650160" y="1800000"/>
            <a:ext cx="109080" cy="279900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10"/>
          <p:cNvSpPr/>
          <p:nvPr/>
        </p:nvSpPr>
        <p:spPr>
          <a:xfrm>
            <a:off x="95004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Bugungi natija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310"/>
          <p:cNvSpPr/>
          <p:nvPr/>
        </p:nvSpPr>
        <p:spPr>
          <a:xfrm>
            <a:off x="950040" y="2559960"/>
            <a:ext cx="294876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Xarita, autentifikatsiya, qidiruv, kategoriyalar va admin boshqaruvi ishlaydi.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4299840" y="1800000"/>
            <a:ext cx="3498840" cy="27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11"/>
          <p:cNvSpPr/>
          <p:nvPr/>
        </p:nvSpPr>
        <p:spPr>
          <a:xfrm>
            <a:off x="4299840" y="1800000"/>
            <a:ext cx="109080" cy="27990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11"/>
          <p:cNvSpPr/>
          <p:nvPr/>
        </p:nvSpPr>
        <p:spPr>
          <a:xfrm>
            <a:off x="460008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Keyingi qadamlar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11"/>
          <p:cNvSpPr/>
          <p:nvPr/>
        </p:nvSpPr>
        <p:spPr>
          <a:xfrm>
            <a:off x="4600080" y="2559960"/>
            <a:ext cx="294876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Bron qilish, sharh va reyting, sevimlilar hamda onlayn to‘lov.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7949880" y="1800000"/>
            <a:ext cx="3498840" cy="279900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12"/>
          <p:cNvSpPr/>
          <p:nvPr/>
        </p:nvSpPr>
        <p:spPr>
          <a:xfrm>
            <a:off x="7949880" y="1800000"/>
            <a:ext cx="109080" cy="279900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12"/>
          <p:cNvSpPr/>
          <p:nvPr/>
        </p:nvSpPr>
        <p:spPr>
          <a:xfrm>
            <a:off x="8250120" y="2059920"/>
            <a:ext cx="301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2000" spc="-1" strike="noStrike">
                <a:solidFill>
                  <a:srgbClr val="ffffff"/>
                </a:solidFill>
                <a:latin typeface="Arial"/>
              </a:rPr>
              <a:t>Qiymat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12"/>
          <p:cNvSpPr/>
          <p:nvPr/>
        </p:nvSpPr>
        <p:spPr>
          <a:xfrm>
            <a:off x="8250120" y="2559960"/>
            <a:ext cx="294876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b7c6d9"/>
                </a:solidFill>
                <a:latin typeface="Arial"/>
              </a:rPr>
              <a:t>Foydalanuvchi vaqtini tejaydi, joy egalari uchun esa ko‘rinuvchanlikni oshiradi.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999"/>
          <p:cNvSpPr/>
          <p:nvPr/>
        </p:nvSpPr>
        <p:spPr>
          <a:xfrm>
            <a:off x="650160" y="6350040"/>
            <a:ext cx="3498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1000" spc="-1" strike="noStrike">
                <a:solidFill>
                  <a:srgbClr val="7890aa"/>
                </a:solidFill>
                <a:latin typeface="Arial"/>
              </a:rPr>
              <a:t>PLAYZONE.UZ  •  TAQDIMOT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"/>
          <p:cNvSpPr/>
          <p:nvPr/>
        </p:nvSpPr>
        <p:spPr>
          <a:xfrm>
            <a:off x="0" y="0"/>
            <a:ext cx="12191040" cy="178920"/>
          </a:xfrm>
          <a:prstGeom prst="rect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849960" y="1350000"/>
            <a:ext cx="8498880" cy="1099080"/>
          </a:xfrm>
          <a:prstGeom prst="roundRect">
            <a:avLst>
              <a:gd name="adj" fmla="val 16667"/>
            </a:avLst>
          </a:prstGeom>
          <a:solidFill>
            <a:srgbClr val="102137"/>
          </a:solidFill>
          <a:ln w="18000">
            <a:solidFill>
              <a:srgbClr val="2441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050120" y="1620000"/>
            <a:ext cx="799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uz-Latn-UZ" sz="3800" spc="-1" strike="noStrike">
                <a:solidFill>
                  <a:srgbClr val="ffffff"/>
                </a:solidFill>
                <a:latin typeface="Arial"/>
              </a:rPr>
              <a:t>E’tiboringiz uchun rahmat!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050120" y="2800080"/>
            <a:ext cx="89989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2100" spc="-1" strike="noStrike">
                <a:solidFill>
                  <a:srgbClr val="b7c6d9"/>
                </a:solidFill>
                <a:latin typeface="Arial"/>
              </a:rPr>
              <a:t>Savol va takliflaringiz bormi?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050120" y="3899880"/>
            <a:ext cx="3299040" cy="649080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249920" y="4119840"/>
            <a:ext cx="28990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uz-Latn-UZ" sz="1600" spc="-1" strike="noStrike">
                <a:solidFill>
                  <a:srgbClr val="07111f"/>
                </a:solidFill>
                <a:latin typeface="Arial"/>
              </a:rPr>
              <a:t>PLAYZONE.UZ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1050120" y="4929840"/>
            <a:ext cx="449892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uz-Latn-UZ" sz="1400" spc="-1" strike="noStrike">
                <a:solidFill>
                  <a:srgbClr val="9fb0c6"/>
                </a:solidFill>
                <a:latin typeface="Arial"/>
              </a:rPr>
              <a:t>Demo: xarita • qidiruv • admin panel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914400" y="228600"/>
            <a:ext cx="9910080" cy="651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layZone">
  <a:themeElements>
    <a:clrScheme name="PlayZone">
      <a:dk1>
        <a:srgbClr val="07111f"/>
      </a:dk1>
      <a:lt1>
        <a:srgbClr val="ffffff"/>
      </a:lt1>
      <a:dk2>
        <a:srgbClr val="102137"/>
      </a:dk2>
      <a:lt2>
        <a:srgbClr val="b7c6d9"/>
      </a:lt2>
      <a:accent1>
        <a:srgbClr val="fbbf24"/>
      </a:accent1>
      <a:accent2>
        <a:srgbClr val="38bdf8"/>
      </a:accent2>
      <a:accent3>
        <a:srgbClr val="34d399"/>
      </a:accent3>
      <a:accent4>
        <a:srgbClr val="a78bfa"/>
      </a:accent4>
      <a:accent5>
        <a:srgbClr val="ef4444"/>
      </a:accent5>
      <a:accent6>
        <a:srgbClr val="f59e0b"/>
      </a:accent6>
      <a:hlink>
        <a:srgbClr val="38bdf8"/>
      </a:hlink>
      <a:folHlink>
        <a:srgbClr val="a78bfa"/>
      </a:folHlink>
    </a:clrScheme>
    <a:fontScheme name="PlayZon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PlayZone</dc:creator>
  <dc:description/>
  <dc:language>en-US</dc:language>
  <cp:lastModifiedBy/>
  <dcterms:modified xsi:type="dcterms:W3CDTF">2026-10-05T08:56:33Z</dcterms:modified>
  <cp:revision>4</cp:revision>
  <dc:subject/>
  <dc:title>PlayZone.uz — loyiha taqdimoti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i4>12</vt:i4>
  </property>
</Properties>
</file>